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6" r:id="rId1"/>
  </p:sldMasterIdLst>
  <p:notesMasterIdLst>
    <p:notesMasterId r:id="rId12"/>
  </p:notesMasterIdLst>
  <p:handoutMasterIdLst>
    <p:handoutMasterId r:id="rId13"/>
  </p:handoutMasterIdLst>
  <p:sldIdLst>
    <p:sldId id="257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A8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3" d="100"/>
          <a:sy n="123" d="100"/>
        </p:scale>
        <p:origin x="497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48A3544-385A-47A9-AAA5-ECDE6612A11F}" type="datetime1">
              <a:rPr lang="es-ES" smtClean="0"/>
              <a:t>16/12/2025</a:t>
            </a:fld>
            <a:endParaRPr lang="en-US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Marcador de posición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ED92CB86-0DB9-4A70-B1CF-B23508471F6B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557642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BF73BE05-6C7D-468D-B433-DDFC4F0819BE}" type="datetime1">
              <a:rPr lang="es-ES" smtClean="0"/>
              <a:t>16/12/2025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Marcador de posición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s"/>
              <a:t>Haga clic para modificar los estilos de texto del patrón</a:t>
            </a:r>
            <a:endParaRPr lang="en-US"/>
          </a:p>
          <a:p>
            <a:pPr lvl="1" rtl="0"/>
            <a:r>
              <a:rPr lang="es"/>
              <a:t>Segundo nivel</a:t>
            </a:r>
          </a:p>
          <a:p>
            <a:pPr lvl="2" rtl="0"/>
            <a:r>
              <a:rPr lang="es"/>
              <a:t>Tercer nivel</a:t>
            </a:r>
          </a:p>
          <a:p>
            <a:pPr lvl="3" rtl="0"/>
            <a:r>
              <a:rPr lang="es"/>
              <a:t>Cuarto nivel</a:t>
            </a:r>
          </a:p>
          <a:p>
            <a:pPr lvl="4" rtl="0"/>
            <a:r>
              <a:rPr lang="es"/>
              <a:t>Quinto nivel</a:t>
            </a:r>
            <a:endParaRPr lang="en-US"/>
          </a:p>
        </p:txBody>
      </p:sp>
      <p:sp>
        <p:nvSpPr>
          <p:cNvPr id="6" name="Marcador de posición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2B151B-D7D1-48E5-8230-5AADBC794F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59278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PA"/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rtlCol="0"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rt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 rtlCol="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pPr rtl="0"/>
            <a:r>
              <a:rPr lang="es-MX"/>
              <a:t>Haz clic para editar el estilo de subtítulo del patrón</a:t>
            </a:r>
            <a:endParaRPr lang="en-US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FBDD6E0-AD8D-45E4-AD9F-19818203D7BD}" type="datetime1">
              <a:rPr lang="es-ES" smtClean="0"/>
              <a:t>16/12/2025</a:t>
            </a:fld>
            <a:endParaRPr lang="en-U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Marcador de posición de número de diapositiva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8331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Marcador de posición de contenido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s-MX"/>
              <a:t>Haga clic para modificar los estilos de texto del patrón</a:t>
            </a:r>
          </a:p>
          <a:p>
            <a:pPr lvl="1" rtl="0"/>
            <a:r>
              <a:rPr lang="es-MX"/>
              <a:t>Segundo nivel</a:t>
            </a:r>
          </a:p>
          <a:p>
            <a:pPr lvl="2" rtl="0"/>
            <a:r>
              <a:rPr lang="es-MX"/>
              <a:t>Tercer nivel</a:t>
            </a:r>
          </a:p>
          <a:p>
            <a:pPr lvl="3" rtl="0"/>
            <a:r>
              <a:rPr lang="es-MX"/>
              <a:t>Cuarto nivel</a:t>
            </a:r>
          </a:p>
          <a:p>
            <a:pPr lvl="4" rtl="0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42B802E-BFC6-4F89-8E3C-91026AB025AB}" type="datetime1">
              <a:rPr lang="es-ES" smtClean="0"/>
              <a:t>16/12/2025</a:t>
            </a:fld>
            <a:endParaRPr lang="en-US" dirty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2670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rtlCol="0"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rt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Marcador de posición de texto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rtlCol="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s-MX"/>
              <a:t>Haga clic para modificar los estilos de texto del patrón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0790B00-0530-4D1E-BDCB-36188ECD53E6}" type="datetime1">
              <a:rPr lang="es-ES" smtClean="0"/>
              <a:t>16/12/2025</a:t>
            </a:fld>
            <a:endParaRPr lang="en-US" dirty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1" name="Marcador de número de diapositiva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162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conteni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rtlCol="0"/>
          <a:lstStyle/>
          <a:p>
            <a:pPr rt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Marcador de posición de contenido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 rtlCol="0"/>
          <a:lstStyle/>
          <a:p>
            <a:pPr lvl="0" rtl="0"/>
            <a:r>
              <a:rPr lang="es-MX"/>
              <a:t>Haga clic para modificar los estilos de texto del patrón</a:t>
            </a:r>
          </a:p>
          <a:p>
            <a:pPr lvl="1" rtl="0"/>
            <a:r>
              <a:rPr lang="es-MX"/>
              <a:t>Segundo nivel</a:t>
            </a:r>
          </a:p>
          <a:p>
            <a:pPr lvl="2" rtl="0"/>
            <a:r>
              <a:rPr lang="es-MX"/>
              <a:t>Tercer nivel</a:t>
            </a:r>
          </a:p>
          <a:p>
            <a:pPr lvl="3" rtl="0"/>
            <a:r>
              <a:rPr lang="es-MX"/>
              <a:t>Cuarto nivel</a:t>
            </a:r>
          </a:p>
          <a:p>
            <a:pPr lvl="4" rtl="0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Marcador de posición de contenido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 rtlCol="0"/>
          <a:lstStyle/>
          <a:p>
            <a:pPr lvl="0" rtl="0"/>
            <a:r>
              <a:rPr lang="es-MX"/>
              <a:t>Haga clic para modificar los estilos de texto del patrón</a:t>
            </a:r>
          </a:p>
          <a:p>
            <a:pPr lvl="1" rtl="0"/>
            <a:r>
              <a:rPr lang="es-MX"/>
              <a:t>Segundo nivel</a:t>
            </a:r>
          </a:p>
          <a:p>
            <a:pPr lvl="2" rtl="0"/>
            <a:r>
              <a:rPr lang="es-MX"/>
              <a:t>Tercer nivel</a:t>
            </a:r>
          </a:p>
          <a:p>
            <a:pPr lvl="3" rtl="0"/>
            <a:r>
              <a:rPr lang="es-MX"/>
              <a:t>Cuarto nivel</a:t>
            </a:r>
          </a:p>
          <a:p>
            <a:pPr lvl="4" rtl="0"/>
            <a:r>
              <a:rPr lang="es-MX"/>
              <a:t>Quinto nivel</a:t>
            </a:r>
            <a:endParaRPr lang="en-US" dirty="0"/>
          </a:p>
        </p:txBody>
      </p:sp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289539-2F87-43AF-8A5D-E992DCF9F593}" type="datetime1">
              <a:rPr lang="es-ES" smtClean="0"/>
              <a:t>16/12/2025</a:t>
            </a:fld>
            <a:endParaRPr lang="en-US" dirty="0"/>
          </a:p>
        </p:txBody>
      </p:sp>
      <p:sp>
        <p:nvSpPr>
          <p:cNvPr id="9" name="Marcador de pie de página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Marcador de posición de número de diapositiva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663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rtlCol="0"/>
          <a:lstStyle/>
          <a:p>
            <a:pPr rt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Marcador de posición de texto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rtlCol="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posición de contenido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 rtlCol="0"/>
          <a:lstStyle/>
          <a:p>
            <a:pPr lvl="0" rtl="0"/>
            <a:r>
              <a:rPr lang="es-MX"/>
              <a:t>Haga clic para modificar los estilos de texto del patrón</a:t>
            </a:r>
          </a:p>
          <a:p>
            <a:pPr lvl="1" rtl="0"/>
            <a:r>
              <a:rPr lang="es-MX"/>
              <a:t>Segundo nivel</a:t>
            </a:r>
          </a:p>
          <a:p>
            <a:pPr lvl="2" rtl="0"/>
            <a:r>
              <a:rPr lang="es-MX"/>
              <a:t>Tercer nivel</a:t>
            </a:r>
          </a:p>
          <a:p>
            <a:pPr lvl="3" rtl="0"/>
            <a:r>
              <a:rPr lang="es-MX"/>
              <a:t>Cuarto nivel</a:t>
            </a:r>
          </a:p>
          <a:p>
            <a:pPr lvl="4" rtl="0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Marcador de posición de texto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rtlCol="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posición de contenido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 rtlCol="0"/>
          <a:lstStyle/>
          <a:p>
            <a:pPr lvl="0" rtl="0"/>
            <a:r>
              <a:rPr lang="es-MX"/>
              <a:t>Haga clic para modificar los estilos de texto del patrón</a:t>
            </a:r>
          </a:p>
          <a:p>
            <a:pPr lvl="1" rtl="0"/>
            <a:r>
              <a:rPr lang="es-MX"/>
              <a:t>Segundo nivel</a:t>
            </a:r>
          </a:p>
          <a:p>
            <a:pPr lvl="2" rtl="0"/>
            <a:r>
              <a:rPr lang="es-MX"/>
              <a:t>Tercer nivel</a:t>
            </a:r>
          </a:p>
          <a:p>
            <a:pPr lvl="3" rtl="0"/>
            <a:r>
              <a:rPr lang="es-MX"/>
              <a:t>Cuarto nivel</a:t>
            </a:r>
          </a:p>
          <a:p>
            <a:pPr lvl="4" rtl="0"/>
            <a:r>
              <a:rPr lang="es-MX"/>
              <a:t>Quinto nivel</a:t>
            </a:r>
            <a:endParaRPr lang="en-US" dirty="0"/>
          </a:p>
        </p:txBody>
      </p:sp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AB5D441-F920-4B23-9C83-2DCFFDC4C28F}" type="datetime1">
              <a:rPr lang="es-ES" smtClean="0"/>
              <a:t>16/12/2025</a:t>
            </a:fld>
            <a:endParaRPr lang="en-US" dirty="0"/>
          </a:p>
        </p:txBody>
      </p:sp>
      <p:sp>
        <p:nvSpPr>
          <p:cNvPr id="11" name="Marcador de pie de página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2" name="Marcador de posición de número de diapositiva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194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6" name="Marcador de fecha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6905ED3-47DC-4785-91BE-A3159F909C32}" type="datetime1">
              <a:rPr lang="es-ES" smtClean="0"/>
              <a:t>16/12/2025</a:t>
            </a:fld>
            <a:endParaRPr lang="en-US" dirty="0"/>
          </a:p>
        </p:txBody>
      </p:sp>
      <p:sp>
        <p:nvSpPr>
          <p:cNvPr id="7" name="Marcador de pie de página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8605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B572A2E-2D1F-4CE9-8283-32B623FD9550}" type="datetime1">
              <a:rPr lang="es-ES" smtClean="0"/>
              <a:t>16/12/2025</a:t>
            </a:fld>
            <a:endParaRPr lang="en-US" dirty="0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422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PA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rtlCol="0"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pPr rt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Marcador de posición de contenido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 rtlCol="0"/>
          <a:lstStyle/>
          <a:p>
            <a:pPr lvl="0" rtl="0"/>
            <a:r>
              <a:rPr lang="es-MX"/>
              <a:t>Haga clic para modificar los estilos de texto del patrón</a:t>
            </a:r>
          </a:p>
          <a:p>
            <a:pPr lvl="1" rtl="0"/>
            <a:r>
              <a:rPr lang="es-MX"/>
              <a:t>Segundo nivel</a:t>
            </a:r>
          </a:p>
          <a:p>
            <a:pPr lvl="2" rtl="0"/>
            <a:r>
              <a:rPr lang="es-MX"/>
              <a:t>Tercer nivel</a:t>
            </a:r>
          </a:p>
          <a:p>
            <a:pPr lvl="3" rtl="0"/>
            <a:r>
              <a:rPr lang="es-MX"/>
              <a:t>Cuarto nivel</a:t>
            </a:r>
          </a:p>
          <a:p>
            <a:pPr lvl="4" rtl="0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Marcador de posición de texto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 rtlCol="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 rtlCol="0"/>
          <a:lstStyle>
            <a:lvl1pPr algn="l">
              <a:defRPr/>
            </a:lvl1pPr>
          </a:lstStyle>
          <a:p>
            <a:pPr rtl="0"/>
            <a:fld id="{F3EBED02-4679-462C-830F-722888DF8E2D}" type="datetime1">
              <a:rPr lang="es-ES" smtClean="0"/>
              <a:t>16/12/2025</a:t>
            </a:fld>
            <a:endParaRPr lang="en-US" dirty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 rtlCol="0"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en-US" dirty="0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en-US" smtClean="0"/>
              <a:pPr rtl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3282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ley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PA"/>
          </a:p>
        </p:txBody>
      </p:sp>
      <p:sp>
        <p:nvSpPr>
          <p:cNvPr id="3" name="Marcador de posición de imagen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rtlCol="0" anchor="b">
            <a:noAutofit/>
          </a:bodyPr>
          <a:lstStyle>
            <a:lvl1pPr>
              <a:defRPr sz="3100" b="0">
                <a:solidFill>
                  <a:srgbClr val="FFFFFF"/>
                </a:solidFill>
              </a:defRPr>
            </a:lvl1pPr>
          </a:lstStyle>
          <a:p>
            <a:pPr rt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4" name="Marcador de posición de texto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fld id="{EB264D6B-F770-42EA-A416-77765C2D9E77}" type="datetime1">
              <a:rPr lang="es-ES" smtClean="0"/>
              <a:t>16/12/2025</a:t>
            </a:fld>
            <a:endParaRPr lang="en-US" dirty="0"/>
          </a:p>
        </p:txBody>
      </p:sp>
      <p:sp>
        <p:nvSpPr>
          <p:cNvPr id="6" name="Marcador de posición de pie de página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 rtlCol="0"/>
          <a:lstStyle/>
          <a:p>
            <a:pPr algn="l" rtl="0"/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267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Marcador de posición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 rtlCol="0"/>
          <a:lstStyle/>
          <a:p>
            <a:pPr lvl="0" rtl="0"/>
            <a:r>
              <a:rPr lang="es-MX"/>
              <a:t>Haga clic para modificar los estilos de texto del patrón</a:t>
            </a:r>
          </a:p>
          <a:p>
            <a:pPr lvl="1" rtl="0"/>
            <a:r>
              <a:rPr lang="es-MX"/>
              <a:t>Segundo nivel</a:t>
            </a:r>
          </a:p>
          <a:p>
            <a:pPr lvl="2" rtl="0"/>
            <a:r>
              <a:rPr lang="es-MX"/>
              <a:t>Tercer nivel</a:t>
            </a:r>
          </a:p>
          <a:p>
            <a:pPr lvl="3" rtl="0"/>
            <a:r>
              <a:rPr lang="es-MX"/>
              <a:t>Cuarto nivel</a:t>
            </a:r>
          </a:p>
          <a:p>
            <a:pPr lvl="4" rtl="0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7FC992A-CC56-4D4E-AD85-36A20390DB11}" type="datetime1">
              <a:rPr lang="es-ES" smtClean="0"/>
              <a:t>16/12/2025</a:t>
            </a:fld>
            <a:endParaRPr lang="en-US" dirty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2269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 rtlCol="0"/>
          <a:lstStyle/>
          <a:p>
            <a:pPr rt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Marcador de posición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 rtlCol="0"/>
          <a:lstStyle/>
          <a:p>
            <a:pPr lvl="0" rtl="0"/>
            <a:r>
              <a:rPr lang="es-MX"/>
              <a:t>Haga clic para modificar los estilos de texto del patrón</a:t>
            </a:r>
          </a:p>
          <a:p>
            <a:pPr lvl="1" rtl="0"/>
            <a:r>
              <a:rPr lang="es-MX"/>
              <a:t>Segundo nivel</a:t>
            </a:r>
          </a:p>
          <a:p>
            <a:pPr lvl="2" rtl="0"/>
            <a:r>
              <a:rPr lang="es-MX"/>
              <a:t>Tercer nivel</a:t>
            </a:r>
          </a:p>
          <a:p>
            <a:pPr lvl="3" rtl="0"/>
            <a:r>
              <a:rPr lang="es-MX"/>
              <a:t>Cuarto nivel</a:t>
            </a:r>
          </a:p>
          <a:p>
            <a:pPr lvl="4" rtl="0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33A0641-D90D-45EF-A619-84D92EAC9606}" type="datetime1">
              <a:rPr lang="es-ES" smtClean="0"/>
              <a:t>16/12/2025</a:t>
            </a:fld>
            <a:endParaRPr lang="en-US" dirty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Marcador de número de diapositiva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1827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PA"/>
          </a:p>
        </p:txBody>
      </p:sp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es"/>
              <a:t>Haga clic para modificar el estilo de título del patrón</a:t>
            </a:r>
            <a:endParaRPr lang="en-US" dirty="0"/>
          </a:p>
        </p:txBody>
      </p:sp>
      <p:sp>
        <p:nvSpPr>
          <p:cNvPr id="3" name="Marcador de posición de texto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 rtl="0"/>
            <a:r>
              <a:rPr lang="es"/>
              <a:t>Haga clic para modificar los estilos de texto del patrón</a:t>
            </a:r>
          </a:p>
          <a:p>
            <a:pPr lvl="1" rtl="0"/>
            <a:r>
              <a:rPr lang="es"/>
              <a:t>Segundo nivel</a:t>
            </a:r>
          </a:p>
          <a:p>
            <a:pPr lvl="2" rtl="0"/>
            <a:r>
              <a:rPr lang="es"/>
              <a:t>Tercer nivel</a:t>
            </a:r>
          </a:p>
          <a:p>
            <a:pPr lvl="3" rtl="0"/>
            <a:r>
              <a:rPr lang="es"/>
              <a:t>Cuarto nivel</a:t>
            </a:r>
          </a:p>
          <a:p>
            <a:pPr lvl="4" rtl="0"/>
            <a:r>
              <a:rPr lang="es"/>
              <a:t>Quinto nivel</a:t>
            </a:r>
            <a:endParaRPr lang="en-US" dirty="0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pPr rtl="0"/>
            <a:fld id="{0B690EE5-24CD-41B5-AD70-FAB1408B17DB}" type="datetime1">
              <a:rPr lang="es-ES" smtClean="0"/>
              <a:t>16/12/2025</a:t>
            </a:fld>
            <a:endParaRPr lang="en-US" dirty="0"/>
          </a:p>
        </p:txBody>
      </p:sp>
      <p:sp>
        <p:nvSpPr>
          <p:cNvPr id="5" name="Marcador de posición de pie de página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pPr rtl="0"/>
            <a:endParaRPr lang="en-US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pPr rtl="0"/>
            <a:fld id="{3A98EE3D-8CD1-4C3F-BD1C-C98C9596463C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4982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47" r:id="rId3"/>
    <p:sldLayoutId id="2147483743" r:id="rId4"/>
    <p:sldLayoutId id="2147483738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Film reel and slate">
            <a:extLst>
              <a:ext uri="{FF2B5EF4-FFF2-40B4-BE49-F238E27FC236}">
                <a16:creationId xmlns:a16="http://schemas.microsoft.com/office/drawing/2014/main" id="{49AB3EE1-E745-9F78-B4E8-67DF5EFD05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502" b="17240"/>
          <a:stretch>
            <a:fillRect/>
          </a:stretch>
        </p:blipFill>
        <p:spPr>
          <a:xfrm>
            <a:off x="15" y="10"/>
            <a:ext cx="12191985" cy="4578340"/>
          </a:xfrm>
          <a:prstGeom prst="rect">
            <a:avLst/>
          </a:prstGeom>
          <a:noFill/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8FD68DA-43BA-4508-8DE2-BA9BB7B2F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rtlCol="0" anchor="b">
            <a:normAutofit/>
          </a:bodyPr>
          <a:lstStyle/>
          <a:p>
            <a:pPr rtl="0"/>
            <a:r>
              <a:rPr lang="es"/>
              <a:t>Movie Finder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8E9CFF2-3777-4FF4-A759-8491175B0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rtlCol="0">
            <a:normAutofit/>
          </a:bodyPr>
          <a:lstStyle/>
          <a:p>
            <a:pPr rtl="0"/>
            <a:r>
              <a:rPr lang="es"/>
              <a:t>Rodolfo arias</a:t>
            </a:r>
          </a:p>
        </p:txBody>
      </p:sp>
      <p:sp>
        <p:nvSpPr>
          <p:cNvPr id="30" name="Date Placeholder 4">
            <a:extLst>
              <a:ext uri="{FF2B5EF4-FFF2-40B4-BE49-F238E27FC236}">
                <a16:creationId xmlns:a16="http://schemas.microsoft.com/office/drawing/2014/main" id="{9A606539-5A1F-1F91-593B-B2FFD5C9F7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18426" y="6446838"/>
            <a:ext cx="2584850" cy="365125"/>
          </a:xfrm>
        </p:spPr>
        <p:txBody>
          <a:bodyPr/>
          <a:lstStyle/>
          <a:p>
            <a:pPr rtl="0">
              <a:spcAft>
                <a:spcPts val="600"/>
              </a:spcAft>
            </a:pPr>
            <a:fld id="{EB264D6B-F770-42EA-A416-77765C2D9E77}" type="datetime1">
              <a:rPr lang="es-ES" smtClean="0"/>
              <a:pPr rtl="0">
                <a:spcAft>
                  <a:spcPts val="600"/>
                </a:spcAft>
              </a:pPr>
              <a:t>16/12/2025</a:t>
            </a:fld>
            <a:endParaRPr lang="en-U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D37BDB9-25B4-9A42-9754-D17F78C56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6" y="0"/>
            <a:ext cx="12192015" cy="457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737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itle 1">
            <a:extLst>
              <a:ext uri="{FF2B5EF4-FFF2-40B4-BE49-F238E27FC236}">
                <a16:creationId xmlns:a16="http://schemas.microsoft.com/office/drawing/2014/main" id="{AA9B89DB-9A21-4CD0-C803-EEDA70FE8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dirty="0" err="1"/>
              <a:t>Buscador</a:t>
            </a:r>
            <a:endParaRPr lang="en-US" dirty="0"/>
          </a:p>
        </p:txBody>
      </p:sp>
      <p:pic>
        <p:nvPicPr>
          <p:cNvPr id="15" name="Marcador de posición de imagen 14">
            <a:extLst>
              <a:ext uri="{FF2B5EF4-FFF2-40B4-BE49-F238E27FC236}">
                <a16:creationId xmlns:a16="http://schemas.microsoft.com/office/drawing/2014/main" id="{B7ABEF20-8C57-21E6-5271-28D5C9672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7280" y="2618189"/>
            <a:ext cx="10058400" cy="2740914"/>
          </a:xfrm>
          <a:prstGeom prst="rect">
            <a:avLst/>
          </a:prstGeom>
          <a:noFill/>
        </p:spPr>
      </p:pic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A45991F-16E8-2544-F0AE-0FCD61AF3D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18426" y="6446838"/>
            <a:ext cx="258485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EB264D6B-F770-42EA-A416-77765C2D9E77}" type="datetime1">
              <a:rPr lang="es-ES" smtClean="0"/>
              <a:pPr rtl="0">
                <a:spcAft>
                  <a:spcPts val="600"/>
                </a:spcAft>
              </a:pPr>
              <a:t>16/12/2025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444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8AD86DCB-3561-4F76-D46A-BAD52E5C5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dirty="0" err="1"/>
              <a:t>Favoritos</a:t>
            </a:r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9640E74-6D89-1EA7-F227-E6B9503E36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0501" y="2108201"/>
            <a:ext cx="5391958" cy="3760891"/>
          </a:xfrm>
          <a:prstGeom prst="rect">
            <a:avLst/>
          </a:prstGeom>
          <a:noFill/>
        </p:spPr>
      </p:pic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6FF393D-DE63-48B1-EE38-D5E86A6A676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18426" y="6446838"/>
            <a:ext cx="258485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FBDD6E0-AD8D-45E4-AD9F-19818203D7BD}" type="datetime1">
              <a:rPr lang="es-ES" smtClean="0"/>
              <a:pPr rtl="0">
                <a:spcAft>
                  <a:spcPts val="600"/>
                </a:spcAft>
              </a:pPr>
              <a:t>16/12/2025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7573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63F2C4B4-3E58-1F98-2148-0FF6BB48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/>
          <a:lstStyle/>
          <a:p>
            <a:r>
              <a:rPr lang="en-US" dirty="0" err="1"/>
              <a:t>Pagina</a:t>
            </a:r>
            <a:r>
              <a:rPr lang="en-US" dirty="0"/>
              <a:t> principal</a:t>
            </a:r>
          </a:p>
        </p:txBody>
      </p:sp>
      <p:pic>
        <p:nvPicPr>
          <p:cNvPr id="7" name="Marcador de posición de imagen 6">
            <a:extLst>
              <a:ext uri="{FF2B5EF4-FFF2-40B4-BE49-F238E27FC236}">
                <a16:creationId xmlns:a16="http://schemas.microsoft.com/office/drawing/2014/main" id="{D4A82309-4FBC-20E0-7AFE-ACCBBD34B4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30021"/>
          <a:stretch>
            <a:fillRect/>
          </a:stretch>
        </p:blipFill>
        <p:spPr>
          <a:xfrm>
            <a:off x="5458984" y="812799"/>
            <a:ext cx="5928344" cy="5294757"/>
          </a:xfrm>
          <a:prstGeom prst="rect">
            <a:avLst/>
          </a:prstGeom>
          <a:noFill/>
        </p:spPr>
      </p:pic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BC29057F-BB6D-61E5-ED6E-8A8F8EB993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/>
          <a:lstStyle/>
          <a:p>
            <a:r>
              <a:rPr lang="en-US" dirty="0"/>
              <a:t>Html de la </a:t>
            </a:r>
            <a:r>
              <a:rPr lang="en-US" dirty="0" err="1"/>
              <a:t>pagina</a:t>
            </a:r>
            <a:r>
              <a:rPr lang="en-US" dirty="0"/>
              <a:t> principal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5751992-0661-F58A-67B2-5C03CE7160F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EB264D6B-F770-42EA-A416-77765C2D9E77}" type="datetime1">
              <a:rPr lang="es-ES" smtClean="0"/>
              <a:pPr rtl="0">
                <a:spcAft>
                  <a:spcPts val="600"/>
                </a:spcAft>
              </a:pPr>
              <a:t>16/12/2025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4696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4927495B-63EF-0776-263C-3F0EEAD64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5374" y="271526"/>
            <a:ext cx="10058400" cy="736283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9FB6AFA1-35BD-1F5F-E597-0CAD07789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>
            <a:noAutofit/>
          </a:bodyPr>
          <a:lstStyle/>
          <a:p>
            <a:r>
              <a:rPr lang="en-US" sz="1800" dirty="0" err="1"/>
              <a:t>Boton</a:t>
            </a:r>
            <a:r>
              <a:rPr lang="en-US" sz="1800" dirty="0"/>
              <a:t> </a:t>
            </a:r>
            <a:r>
              <a:rPr lang="en-US" sz="1800" dirty="0" err="1"/>
              <a:t>Buscar</a:t>
            </a:r>
            <a:r>
              <a:rPr lang="en-US" sz="1800" dirty="0"/>
              <a:t>:  lee </a:t>
            </a:r>
            <a:r>
              <a:rPr lang="en-US" sz="1800" dirty="0" err="1"/>
              <a:t>el</a:t>
            </a:r>
            <a:r>
              <a:rPr lang="en-US" sz="1800" dirty="0"/>
              <a:t> </a:t>
            </a:r>
            <a:r>
              <a:rPr lang="en-US" sz="1800" dirty="0" err="1"/>
              <a:t>texto</a:t>
            </a:r>
            <a:r>
              <a:rPr lang="en-US" sz="1800" dirty="0"/>
              <a:t> del textbox de la </a:t>
            </a:r>
            <a:r>
              <a:rPr lang="en-US" sz="1800" dirty="0" err="1"/>
              <a:t>pagina</a:t>
            </a:r>
            <a:r>
              <a:rPr lang="en-US" sz="1800" dirty="0"/>
              <a:t> principal y lo </a:t>
            </a:r>
            <a:r>
              <a:rPr lang="en-US" sz="1800" dirty="0" err="1"/>
              <a:t>reedirige</a:t>
            </a:r>
            <a:r>
              <a:rPr lang="en-US" sz="1800" dirty="0"/>
              <a:t> a la </a:t>
            </a:r>
            <a:r>
              <a:rPr lang="en-US" sz="1800" dirty="0" err="1"/>
              <a:t>pagina</a:t>
            </a:r>
            <a:r>
              <a:rPr lang="en-US" sz="1800" dirty="0"/>
              <a:t> de </a:t>
            </a:r>
            <a:r>
              <a:rPr lang="en-US" sz="1800" dirty="0" err="1"/>
              <a:t>pelicula</a:t>
            </a:r>
            <a:endParaRPr lang="en-US" sz="1800" dirty="0"/>
          </a:p>
        </p:txBody>
      </p:sp>
      <p:pic>
        <p:nvPicPr>
          <p:cNvPr id="9" name="Marcador de contenido 8">
            <a:extLst>
              <a:ext uri="{FF2B5EF4-FFF2-40B4-BE49-F238E27FC236}">
                <a16:creationId xmlns:a16="http://schemas.microsoft.com/office/drawing/2014/main" id="{D0667CB9-D9A2-163C-F533-8AE7DEAEAAB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0" y="3210129"/>
            <a:ext cx="6254885" cy="2548646"/>
          </a:xfrm>
          <a:prstGeom prst="rect">
            <a:avLst/>
          </a:prstGeom>
        </p:spPr>
      </p:pic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B1D359C-6544-9783-F86D-64B956AFE7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3513273" cy="900874"/>
          </a:xfrm>
        </p:spPr>
        <p:txBody>
          <a:bodyPr>
            <a:normAutofit fontScale="32500" lnSpcReduction="20000"/>
          </a:bodyPr>
          <a:lstStyle/>
          <a:p>
            <a:r>
              <a:rPr lang="es-MX" sz="4900" dirty="0"/>
              <a:t>Cada método Llama a una API, Genera HTML, Inserta imágenes, Guarda en la BD</a:t>
            </a:r>
          </a:p>
          <a:p>
            <a:endParaRPr lang="en-US" dirty="0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1DB6497D-95E8-2657-3F7A-BF4F7A9565A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454984" y="2958274"/>
            <a:ext cx="4639736" cy="2725844"/>
          </a:xfrm>
          <a:prstGeom prst="rect">
            <a:avLst/>
          </a:prstGeom>
          <a:noFill/>
        </p:spPr>
      </p:pic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53BC21D-331B-977F-992F-2887BD71285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18426" y="6446838"/>
            <a:ext cx="258485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4E289539-2F87-43AF-8A5D-E992DCF9F593}" type="datetime1">
              <a:rPr lang="es-ES" smtClean="0"/>
              <a:pPr rtl="0">
                <a:spcAft>
                  <a:spcPts val="600"/>
                </a:spcAft>
              </a:pPr>
              <a:t>16/12/2025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147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B13A1C-36B3-624F-40B6-BE0B56C0B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A" dirty="0"/>
              <a:t>Bases de datos</a:t>
            </a:r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71701DA8-C90D-0349-017B-27E497051A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59413" y="1026359"/>
            <a:ext cx="5927725" cy="4867195"/>
          </a:xfrm>
          <a:prstGeom prst="rect">
            <a:avLst/>
          </a:prstGeo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9DAE870-13BD-A2A7-86F0-13B8AE4D3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s-PA" dirty="0"/>
              <a:t>Base de datos de películas y series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B6604EB-AE06-3212-4DD8-1592C838B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3EBED02-4679-462C-830F-722888DF8E2D}" type="datetime1">
              <a:rPr lang="es-ES" smtClean="0"/>
              <a:t>16/12/2025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39196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D7410A-304B-FD72-A37D-BC4ADEB9F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A" dirty="0"/>
              <a:t>Cargar series</a:t>
            </a:r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B62A194D-2C4E-DBB5-2B8B-8627226414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37371" y="505838"/>
            <a:ext cx="8958158" cy="6060332"/>
          </a:xfrm>
          <a:prstGeom prst="rect">
            <a:avLst/>
          </a:prstGeo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A3F5924-041F-00EA-55B3-44570E06DFB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s-MX" dirty="0"/>
              <a:t>Busca series en la API de </a:t>
            </a:r>
            <a:r>
              <a:rPr lang="es-MX" dirty="0" err="1"/>
              <a:t>TVMaze</a:t>
            </a:r>
            <a:r>
              <a:rPr lang="es-MX" dirty="0"/>
              <a:t>, obtiene sus posters, las guarda en la base de datos y las muestra en la página.</a:t>
            </a:r>
          </a:p>
          <a:p>
            <a:endParaRPr lang="es-MX" dirty="0"/>
          </a:p>
          <a:p>
            <a:endParaRPr lang="es-PA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775D1EE-20B7-03E0-30FB-00F205367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3EBED02-4679-462C-830F-722888DF8E2D}" type="datetime1">
              <a:rPr lang="es-ES" smtClean="0"/>
              <a:t>16/12/2025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52331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B68DC4-2274-A0DA-0EB9-8B0515911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A" dirty="0"/>
              <a:t>Funciones de cargar películas</a:t>
            </a:r>
            <a:br>
              <a:rPr lang="es-PA" dirty="0"/>
            </a:br>
            <a:endParaRPr lang="es-PA" dirty="0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8E75A7AA-DFB5-A47E-1513-2F29F4FC3C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08187" y="0"/>
            <a:ext cx="8622590" cy="6811645"/>
          </a:xfrm>
          <a:prstGeom prst="rect">
            <a:avLst/>
          </a:prstGeo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10CD9A2-1C3A-97A2-BA22-B4309EE829D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s-MX" b="1" dirty="0"/>
              <a:t>preparan los datos</a:t>
            </a:r>
            <a:r>
              <a:rPr lang="es-MX" dirty="0"/>
              <a:t> y llaman a un método general (</a:t>
            </a:r>
            <a:r>
              <a:rPr lang="es-MX" dirty="0" err="1"/>
              <a:t>CargarPeliculas</a:t>
            </a:r>
            <a:r>
              <a:rPr lang="es-MX" dirty="0"/>
              <a:t>)</a:t>
            </a:r>
            <a:endParaRPr lang="es-PA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EDC89E9-8A47-2800-43C3-708E595F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3EBED02-4679-462C-830F-722888DF8E2D}" type="datetime1">
              <a:rPr lang="es-ES" smtClean="0"/>
              <a:t>16/12/2025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8023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35384-678E-7099-FA05-272972EEF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A" dirty="0"/>
              <a:t>Favoritos</a:t>
            </a:r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63E5EB2E-57D3-483D-607F-AC8220499B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59413" y="984297"/>
            <a:ext cx="5927725" cy="4951319"/>
          </a:xfrm>
          <a:prstGeom prst="rect">
            <a:avLst/>
          </a:prstGeo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CF798A6-46B9-D262-6794-FADCEDFE96B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s-PA" dirty="0" err="1"/>
              <a:t>Select</a:t>
            </a:r>
            <a:r>
              <a:rPr lang="es-PA" dirty="0"/>
              <a:t> * desde la base de datos favoritos para mostrar en la pagina web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4799A73-3F8C-82C3-8513-19B1F1797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3EBED02-4679-462C-830F-722888DF8E2D}" type="datetime1">
              <a:rPr lang="es-ES" smtClean="0"/>
              <a:t>16/12/2025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1828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D0BD6-F1CE-D967-66AF-C75A736AD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4DD7BA-BA11-0B10-EE10-3645EF42E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A" dirty="0"/>
              <a:t>Seleccionar favoritos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4042F68-4713-2909-3C67-782847515F4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s-PA" dirty="0" err="1"/>
              <a:t>Insert</a:t>
            </a:r>
            <a:r>
              <a:rPr lang="es-PA" dirty="0"/>
              <a:t> para guardar en la base de datos de favoritos para después ser mostrada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E2A37E2-383D-8BF6-CFC7-48DCD9C11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3EBED02-4679-462C-830F-722888DF8E2D}" type="datetime1">
              <a:rPr lang="es-ES" smtClean="0"/>
              <a:t>16/12/2025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4B45E63-8D7B-E066-39C4-E9071379E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3164" y="1030806"/>
            <a:ext cx="6408975" cy="5014395"/>
          </a:xfrm>
          <a:prstGeom prst="rect">
            <a:avLst/>
          </a:prstGeom>
        </p:spPr>
      </p:pic>
      <p:sp>
        <p:nvSpPr>
          <p:cNvPr id="9" name="Marcador de contenido 8">
            <a:extLst>
              <a:ext uri="{FF2B5EF4-FFF2-40B4-BE49-F238E27FC236}">
                <a16:creationId xmlns:a16="http://schemas.microsoft.com/office/drawing/2014/main" id="{7780BE95-145B-9E6F-DA92-9475E9D7F90D}"/>
              </a:ext>
            </a:extLst>
          </p:cNvPr>
          <p:cNvSpPr>
            <a:spLocks noGrp="1"/>
          </p:cNvSpPr>
          <p:nvPr>
            <p:ph idx="1"/>
          </p:nvPr>
        </p:nvSpPr>
        <p:spPr>
          <a:xfrm flipV="1">
            <a:off x="9485644" y="6107556"/>
            <a:ext cx="1901684" cy="1770352"/>
          </a:xfrm>
        </p:spPr>
        <p:txBody>
          <a:bodyPr/>
          <a:lstStyle/>
          <a:p>
            <a:pPr marL="0" indent="0">
              <a:buNone/>
            </a:pPr>
            <a:endParaRPr lang="es-PA" dirty="0"/>
          </a:p>
        </p:txBody>
      </p:sp>
    </p:spTree>
    <p:extLst>
      <p:ext uri="{BB962C8B-B14F-4D97-AF65-F5344CB8AC3E}">
        <p14:creationId xmlns:p14="http://schemas.microsoft.com/office/powerpoint/2010/main" val="58583158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do">
  <a:themeElements>
    <a:clrScheme name="Custom 37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9BA8B7"/>
      </a:accent1>
      <a:accent2>
        <a:srgbClr val="E6A02E"/>
      </a:accent2>
      <a:accent3>
        <a:srgbClr val="BF6A3B"/>
      </a:accent3>
      <a:accent4>
        <a:srgbClr val="92987A"/>
      </a:accent4>
      <a:accent5>
        <a:srgbClr val="857659"/>
      </a:accent5>
      <a:accent6>
        <a:srgbClr val="A0988C"/>
      </a:accent6>
      <a:hlink>
        <a:srgbClr val="00B0F0"/>
      </a:hlink>
      <a:folHlink>
        <a:srgbClr val="738F97"/>
      </a:folHlink>
    </a:clrScheme>
    <a:fontScheme name="Retrospect">
      <a:majorFont>
        <a:latin typeface="Bookman Old Style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1799055_TF56160789" id="{80AA9D2D-EE59-4148-A11E-A51EEE828B28}" vid="{AEAFD717-D3C8-4034-8F7E-D5220B0CCEB8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la oficin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{BD634390-F5E5-44F9-8EB1-F46342954DDF}TFf0a5ceae-4542-492d-822e-d65a94fb0e1ed91c9099_win32-ce6bb8b1e531</Template>
  <TotalTime>139</TotalTime>
  <Words>146</Words>
  <Application>Microsoft Office PowerPoint</Application>
  <PresentationFormat>Panorámica</PresentationFormat>
  <Paragraphs>28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Bookman Old Style</vt:lpstr>
      <vt:lpstr>Calibri</vt:lpstr>
      <vt:lpstr>Franklin Gothic Book</vt:lpstr>
      <vt:lpstr>Personalizado</vt:lpstr>
      <vt:lpstr>Movie Finder</vt:lpstr>
      <vt:lpstr>Buscador</vt:lpstr>
      <vt:lpstr>Favoritos</vt:lpstr>
      <vt:lpstr>Pagina principal</vt:lpstr>
      <vt:lpstr>Presentación de PowerPoint</vt:lpstr>
      <vt:lpstr>Bases de datos</vt:lpstr>
      <vt:lpstr>Cargar series</vt:lpstr>
      <vt:lpstr>Funciones de cargar películas </vt:lpstr>
      <vt:lpstr>Favoritos</vt:lpstr>
      <vt:lpstr>Seleccionar favoritos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RODOLFO ARIAS</dc:creator>
  <cp:lastModifiedBy>RODOLFO ARIAS</cp:lastModifiedBy>
  <cp:revision>2</cp:revision>
  <dcterms:created xsi:type="dcterms:W3CDTF">2025-12-16T01:38:08Z</dcterms:created>
  <dcterms:modified xsi:type="dcterms:W3CDTF">2025-12-16T23:11:34Z</dcterms:modified>
</cp:coreProperties>
</file>